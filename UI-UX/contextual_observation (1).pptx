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80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7"/>
          </a:solidFill>
          <a:ln w="12700">
            <a:solidFill>
              <a:srgbClr val="162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Observation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Study — Iitti Community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real users · Natural environment · Authentic behavior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Contextual Observation?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real users perform real tasks in their natural environment — no instructions, no corrections.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1097280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64008" cy="10972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actually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4414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they say they 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3931920" cy="1097280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965960"/>
            <a:ext cx="64008" cy="10972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2057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hesitate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24414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confusion &amp; friction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931920" cy="1097280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64008" cy="109728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767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distraction, device habits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0912" y="3383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10912" y="3767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Iitti Community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residents at home · personal devices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Observed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updates · Request help · Find services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followed: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instructions given — tasks observed freely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corrections made during mistakes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notes on hesitation, confusion &amp; workarounds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users tested in a home environment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Observed Issues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25272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'+' Button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users paused — unsure if posting to Home or all 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5272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6732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Help: Request vs Offer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73736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confused due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visual similarity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1060704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125272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1252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73736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hard to read in daylight outside.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12724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Area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6118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entirely — users didn't realise it filters app-wide content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312724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6732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Updates: No Read/Unread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6118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included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3127248"/>
            <a:ext cx="384048" cy="384048"/>
          </a:xfrm>
          <a:prstGeom prst="ellipse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01968" y="3127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Active Tab Indicator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6118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were uncertain which section they were currently 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Design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solidFill>
            <a:srgbClr val="2D5BE3"/>
          </a:solidFill>
          <a:ln w="12700">
            <a:solidFill>
              <a:srgbClr val="2D5B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understand the global '+' button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813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hesitate, fearing posting </a:t>
            </a:r>
            <a:r>
              <a:rPr lang="en-US" sz="11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less attractive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96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will configure their profile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1396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13969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selection is skipped entirely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actions are visually distinct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798064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9806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appearance causes repeated errors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564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vs light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50215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4564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expect </a:t>
            </a:r>
            <a:r>
              <a:rPr lang="en-US" sz="115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</a:t>
            </a:r>
            <a:r>
              <a:rPr lang="en-US" sz="11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background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need no read/unread indicator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4023360" cy="566928"/>
          </a:xfrm>
          <a:prstGeom prst="rect">
            <a:avLst/>
          </a:prstGeom>
          <a:solidFill>
            <a:srgbClr val="EBF0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clear status to feel confident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62057"/>
          </a:solidFill>
          <a:ln w="12700">
            <a:solidFill>
              <a:srgbClr val="162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observation reveals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lab testing misses.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environments expose authentic friction — hesitation, confusion, and workarounds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only appear when users are in their natural context.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297</Words>
  <Application>Microsoft Office PowerPoint</Application>
  <PresentationFormat>On-screen Show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Susan Pandey</cp:lastModifiedBy>
  <cp:revision>6</cp:revision>
  <dcterms:created xsi:type="dcterms:W3CDTF">2026-04-20T03:23:21Z</dcterms:created>
  <dcterms:modified xsi:type="dcterms:W3CDTF">2026-04-20T12:16:10Z</dcterms:modified>
</cp:coreProperties>
</file>